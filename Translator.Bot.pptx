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embeddedFontLst>
    <p:embeddedFont>
      <p:font typeface="Heebo Light" pitchFamily="2" charset="-79"/>
      <p:regular r:id="rId10"/>
    </p:embeddedFont>
    <p:embeddedFont>
      <p:font typeface="Montserrat" panose="00000500000000000000" pitchFamily="2" charset="-52"/>
      <p:regular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B34"/>
    <a:srgbClr val="0F0B34"/>
    <a:srgbClr val="0E0B33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155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3.jp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184202"/>
            <a:ext cx="4722763" cy="775097"/>
          </a:xfrm>
          <a:prstGeom prst="rect">
            <a:avLst/>
          </a:prstGeom>
          <a:solidFill>
            <a:srgbClr val="0F0B3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Translator Bot: Ваш Мировой Собеседник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2901" y="484138"/>
            <a:ext cx="4769197" cy="73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2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	</a:t>
            </a:r>
            <a:r>
              <a:rPr lang="en-US" sz="2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Translator Bot: Переводчик у вас под рукой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72901" y="1210866"/>
            <a:ext cx="4769197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В современном глобализированном мире свободное общение на разных языках становится ключом к успеху. Translator Bot – это инновационный инструмент, разработанный для упрощения языковых барьеров, предлагающий мгновенный и точный перевод прямо в вашем любимом мессенджере.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901" y="2257574"/>
            <a:ext cx="2328267" cy="14216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5833" y="2380506"/>
            <a:ext cx="208240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Название Бота: Translator Bot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95833" y="2817465"/>
            <a:ext cx="2082403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Надёжный, быстрый, интуитивно понятный – ваш личный переводчик в Telegram.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3831" y="2257574"/>
            <a:ext cx="2328267" cy="14216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36763" y="2380506"/>
            <a:ext cx="208240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Минималистичный дизайн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3036763" y="2817465"/>
            <a:ext cx="2082403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Чистый и современный пользовательский интерфейс, разработанный для максимального удобства использования.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901" y="3791843"/>
            <a:ext cx="4769197" cy="8675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5833" y="3914775"/>
            <a:ext cx="1566490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Мгновенный доступ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595833" y="4167039"/>
            <a:ext cx="452333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Перевод в режиме реального времени доступен в любое время и в любом месте.</a:t>
            </a:r>
            <a:endParaRPr lang="en-US" sz="9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E6AD801-5FA4-4778-9D13-15A0E2BCA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172893"/>
            <a:ext cx="6561609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Широкий Спектр Поддерживаемых Языков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26393" y="507257"/>
            <a:ext cx="8296077" cy="63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Translator Bot преодолевает языковые барьеры, поддерживая ключевые мировые языки, что делает его незаменимым инструментом как для личного, так и для профессионального общения. Наша технология обеспечивает высокую точность и скорость перевода.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6393" y="1257746"/>
            <a:ext cx="426393" cy="639589"/>
          </a:xfrm>
          <a:prstGeom prst="roundRect">
            <a:avLst>
              <a:gd name="adj" fmla="val 360015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944389" y="1364307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Русский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389" y="1585764"/>
            <a:ext cx="7773219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Идеально подходит для работы с деловой корреспонденцией и неформальным общением</a:t>
            </a: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6393" y="1988939"/>
            <a:ext cx="426393" cy="639589"/>
          </a:xfrm>
          <a:prstGeom prst="roundRect">
            <a:avLst>
              <a:gd name="adj" fmla="val 360015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6"/>
          <p:cNvSpPr/>
          <p:nvPr/>
        </p:nvSpPr>
        <p:spPr>
          <a:xfrm>
            <a:off x="944389" y="2095500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Английский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44389" y="2316956"/>
            <a:ext cx="7773219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Незаменим для международного бизнеса и путешествий.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6393" y="2720132"/>
            <a:ext cx="426393" cy="639589"/>
          </a:xfrm>
          <a:prstGeom prst="roundRect">
            <a:avLst>
              <a:gd name="adj" fmla="val 360015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9"/>
          <p:cNvSpPr/>
          <p:nvPr/>
        </p:nvSpPr>
        <p:spPr>
          <a:xfrm>
            <a:off x="944389" y="2826693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Немецкий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44389" y="3048149"/>
            <a:ext cx="7773219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Точный перевод для технических текстов и деловой переписки.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26393" y="3451324"/>
            <a:ext cx="426393" cy="639589"/>
          </a:xfrm>
          <a:prstGeom prst="roundRect">
            <a:avLst>
              <a:gd name="adj" fmla="val 360015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2"/>
          <p:cNvSpPr/>
          <p:nvPr/>
        </p:nvSpPr>
        <p:spPr>
          <a:xfrm>
            <a:off x="944389" y="3557885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Испанский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44389" y="3779341"/>
            <a:ext cx="7773219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Общение с партнёрами и друзьями в испаноязычном мире</a:t>
            </a: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26393" y="4182517"/>
            <a:ext cx="426393" cy="639589"/>
          </a:xfrm>
          <a:prstGeom prst="roundRect">
            <a:avLst>
              <a:gd name="adj" fmla="val 360015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5"/>
          <p:cNvSpPr/>
          <p:nvPr/>
        </p:nvSpPr>
        <p:spPr>
          <a:xfrm>
            <a:off x="944389" y="4289078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Японский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944389" y="4510534"/>
            <a:ext cx="7773219" cy="158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Качественный перевод для деловых встреч и культурного обмена</a:t>
            </a:r>
            <a:r>
              <a:rPr lang="en-US" sz="8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349" y="342826"/>
            <a:ext cx="4800302" cy="71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Технологии, Стоящие за Переводом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57349" y="1215628"/>
            <a:ext cx="4800302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Наш Translator Bot разработан с использованием передовых технологий, обеспечивающих стабильность, безопасность и высокую производительность. Мы используем гибкий и масштабируемый стек разработки, позволяющий постоянно совершенствовать функционал.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349" y="2037531"/>
            <a:ext cx="4800302" cy="8507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2130" y="2355726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34355" y="2166119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34355" y="2408039"/>
            <a:ext cx="409470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Выбран как основной язык программирования за его надёжность, гибкость и обширную экосистему библиотек.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349" y="2993678"/>
            <a:ext cx="4800302" cy="8507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130" y="3311872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34355" y="3122265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Telegram API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34355" y="3364185"/>
            <a:ext cx="409470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Используется для бесшовной интеграции бота в среду Telegram, обеспечивая быстрый отклик и удобство использования.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349" y="3949824"/>
            <a:ext cx="4800302" cy="8507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2130" y="4268019"/>
            <a:ext cx="171524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034355" y="4078412"/>
            <a:ext cx="1991544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Современные библиотеки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034355" y="4320332"/>
            <a:ext cx="4094708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Применяются передовые библиотеки для обработки естественного языка (NLP) и машинного обучения, гарантирующие точность перевода.</a:t>
            </a:r>
            <a:endParaRPr lang="en-US" sz="9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FB2F760-C12B-4715-9F22-6606E9415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-1637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83232"/>
            <a:ext cx="4691807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600" noProof="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Примеры Интерфейса и Возможностей</a:t>
            </a:r>
            <a:endParaRPr lang="ru-RU" sz="1600" noProof="0" dirty="0"/>
          </a:p>
        </p:txBody>
      </p:sp>
      <p:sp>
        <p:nvSpPr>
          <p:cNvPr id="3" name="Text 1"/>
          <p:cNvSpPr/>
          <p:nvPr/>
        </p:nvSpPr>
        <p:spPr>
          <a:xfrm>
            <a:off x="1362298" y="324288"/>
            <a:ext cx="6419404" cy="59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1200" noProof="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Простота использования – наш главный приоритет. Translator Bot предоставляет интуитивно понятный интерфейс, который позволяет пользователям легко и быстро получать переводы, а также доступ к дополнительным функциям.</a:t>
            </a:r>
            <a:endParaRPr lang="ru-RU" sz="1200" noProof="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4275" y="974973"/>
            <a:ext cx="2626479" cy="31104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62298" y="4145459"/>
            <a:ext cx="14747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800" noProof="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Перевод текста</a:t>
            </a:r>
            <a:endParaRPr lang="ru-RU" sz="800" noProof="0" dirty="0"/>
          </a:p>
        </p:txBody>
      </p:sp>
      <p:sp>
        <p:nvSpPr>
          <p:cNvPr id="6" name="Text 3"/>
          <p:cNvSpPr/>
          <p:nvPr/>
        </p:nvSpPr>
        <p:spPr>
          <a:xfrm>
            <a:off x="1362298" y="4325913"/>
            <a:ext cx="3110433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1200" noProof="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Просто отправьте текст боту, и он мгновенно переведет его на выбранный язык</a:t>
            </a:r>
            <a:r>
              <a:rPr lang="ru-RU" sz="600" noProof="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ru-RU" sz="600" noProof="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00439" y="974973"/>
            <a:ext cx="2461616" cy="3110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76031" y="4145459"/>
            <a:ext cx="14747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800" noProof="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Выбор языка</a:t>
            </a:r>
            <a:endParaRPr lang="ru-RU" sz="800" noProof="0" dirty="0"/>
          </a:p>
        </p:txBody>
      </p:sp>
      <p:sp>
        <p:nvSpPr>
          <p:cNvPr id="9" name="Text 5"/>
          <p:cNvSpPr/>
          <p:nvPr/>
        </p:nvSpPr>
        <p:spPr>
          <a:xfrm>
            <a:off x="4676031" y="4325913"/>
            <a:ext cx="3567633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600" noProof="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Удобное меню для быстрого переключения между языками перевода.</a:t>
            </a:r>
            <a:endParaRPr lang="ru-RU" sz="600" noProof="0" dirty="0"/>
          </a:p>
        </p:txBody>
      </p:sp>
      <p:sp>
        <p:nvSpPr>
          <p:cNvPr id="10" name="Text 6"/>
          <p:cNvSpPr/>
          <p:nvPr/>
        </p:nvSpPr>
        <p:spPr>
          <a:xfrm>
            <a:off x="1362298" y="4649688"/>
            <a:ext cx="6419404" cy="34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sz="1100" noProof="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Наш бот не только переводит, но и предлагает пользователю возможность легко управлять своими языковыми предпочтениями, что делает общение еще более комфортным и эффективным.</a:t>
            </a:r>
            <a:endParaRPr lang="ru-RU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93331" y="291480"/>
            <a:ext cx="4986338" cy="569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Преимущества и Сценарии Использования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3793331" y="961058"/>
            <a:ext cx="4986338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Translator Bot разработан для удовлетворения самых разнообразных потребностей, от личного общения до профессионального использования, предлагая высокую ценность для наших пользователей.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3793331" y="1289000"/>
            <a:ext cx="4986338" cy="840581"/>
          </a:xfrm>
          <a:prstGeom prst="roundRect">
            <a:avLst>
              <a:gd name="adj" fmla="val 455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177" y="1384846"/>
            <a:ext cx="273248" cy="27324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4335" y="1459929"/>
            <a:ext cx="122932" cy="1229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89177" y="1724992"/>
            <a:ext cx="126637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Глобальное общение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3889177" y="1907381"/>
            <a:ext cx="4794647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Разрушает языковые барьеры, позволяя общаться с людьми по всему миру без усилий.</a:t>
            </a:r>
            <a:endParaRPr lang="en-US" sz="700" dirty="0"/>
          </a:p>
        </p:txBody>
      </p:sp>
      <p:sp>
        <p:nvSpPr>
          <p:cNvPr id="10" name="Shape 5"/>
          <p:cNvSpPr/>
          <p:nvPr/>
        </p:nvSpPr>
        <p:spPr>
          <a:xfrm>
            <a:off x="3793331" y="2196480"/>
            <a:ext cx="4986338" cy="840581"/>
          </a:xfrm>
          <a:prstGeom prst="roundRect">
            <a:avLst>
              <a:gd name="adj" fmla="val 455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9177" y="2292325"/>
            <a:ext cx="273248" cy="27324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4335" y="2367409"/>
            <a:ext cx="122932" cy="1229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889177" y="2632472"/>
            <a:ext cx="1376065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Бизнес-коммуникации</a:t>
            </a:r>
            <a:endParaRPr lang="en-US" sz="850" dirty="0"/>
          </a:p>
        </p:txBody>
      </p:sp>
      <p:sp>
        <p:nvSpPr>
          <p:cNvPr id="14" name="Text 7"/>
          <p:cNvSpPr/>
          <p:nvPr/>
        </p:nvSpPr>
        <p:spPr>
          <a:xfrm>
            <a:off x="3889177" y="2814861"/>
            <a:ext cx="4794647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Обеспечивает точный перевод для международных переговоров, документов и переписки.</a:t>
            </a:r>
            <a:endParaRPr lang="en-US" sz="700" dirty="0"/>
          </a:p>
        </p:txBody>
      </p:sp>
      <p:sp>
        <p:nvSpPr>
          <p:cNvPr id="15" name="Shape 8"/>
          <p:cNvSpPr/>
          <p:nvPr/>
        </p:nvSpPr>
        <p:spPr>
          <a:xfrm>
            <a:off x="3793331" y="3103959"/>
            <a:ext cx="4986338" cy="840581"/>
          </a:xfrm>
          <a:prstGeom prst="roundRect">
            <a:avLst>
              <a:gd name="adj" fmla="val 455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9177" y="3199805"/>
            <a:ext cx="273248" cy="273248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4335" y="3274888"/>
            <a:ext cx="122932" cy="12293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889177" y="3539951"/>
            <a:ext cx="1138684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Путешествия</a:t>
            </a:r>
            <a:endParaRPr lang="en-US" sz="850" dirty="0"/>
          </a:p>
        </p:txBody>
      </p:sp>
      <p:sp>
        <p:nvSpPr>
          <p:cNvPr id="19" name="Text 10"/>
          <p:cNvSpPr/>
          <p:nvPr/>
        </p:nvSpPr>
        <p:spPr>
          <a:xfrm>
            <a:off x="3889177" y="3722340"/>
            <a:ext cx="4794647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Становится незаменимым спутником для туристов, помогая ориентироваться в новой языковой среде.</a:t>
            </a:r>
            <a:endParaRPr lang="en-US" sz="700" dirty="0"/>
          </a:p>
        </p:txBody>
      </p:sp>
      <p:sp>
        <p:nvSpPr>
          <p:cNvPr id="20" name="Shape 11"/>
          <p:cNvSpPr/>
          <p:nvPr/>
        </p:nvSpPr>
        <p:spPr>
          <a:xfrm>
            <a:off x="3793331" y="4011439"/>
            <a:ext cx="4986338" cy="840581"/>
          </a:xfrm>
          <a:prstGeom prst="roundRect">
            <a:avLst>
              <a:gd name="adj" fmla="val 4552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9177" y="4107284"/>
            <a:ext cx="273248" cy="273248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64335" y="4182368"/>
            <a:ext cx="122932" cy="12293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889177" y="4447431"/>
            <a:ext cx="1138684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Изучение языков</a:t>
            </a:r>
            <a:endParaRPr lang="en-US" sz="850" dirty="0"/>
          </a:p>
        </p:txBody>
      </p:sp>
      <p:sp>
        <p:nvSpPr>
          <p:cNvPr id="24" name="Text 13"/>
          <p:cNvSpPr/>
          <p:nvPr/>
        </p:nvSpPr>
        <p:spPr>
          <a:xfrm>
            <a:off x="3889177" y="4629820"/>
            <a:ext cx="4794647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Помогает в изучении новых языков, предоставляя мгновенный доступ к переводам.</a:t>
            </a:r>
            <a:endParaRPr lang="en-US" sz="7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19E4E5A-8E41-4EEA-8C91-3B9AFB2CDC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598" y="993914"/>
            <a:ext cx="3452149" cy="31569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7296" y="1458590"/>
            <a:ext cx="526940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Будущее Общения Уже Здесь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32174"/>
            <a:ext cx="8151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Translator Bot: Откройте Мир Без Барьеров.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496119" y="328798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С Translator Bot вы получаете мгновенный и точный перевод прямо в вашем мессенджере. Это не просто инструмент, это ваш ключ к беспрепятственному общению, культурному обмену и новым возможностям. Присоединяйтесь к глобальному диалогу уже сегодня.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510</Words>
  <Application>Microsoft Office PowerPoint</Application>
  <PresentationFormat>On-screen Show 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Heebo Light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Mansur Matiev</cp:lastModifiedBy>
  <cp:revision>8</cp:revision>
  <dcterms:created xsi:type="dcterms:W3CDTF">2026-06-03T07:56:04Z</dcterms:created>
  <dcterms:modified xsi:type="dcterms:W3CDTF">2026-06-21T15:51:22Z</dcterms:modified>
</cp:coreProperties>
</file>